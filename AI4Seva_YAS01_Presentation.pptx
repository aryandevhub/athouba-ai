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438912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★ PROBLEM STATEMENT: YAS-01 | MYAS &amp; SAI ALIGNED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AI4Seva: AI-Based Sports Talent Identification Portal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Decentralized Grassroots Athlete Scouting &amp; Biomechanical Kinematics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10725912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Team Number: [TEAM-ID]   |   Team Name: [TEAM-NAME]   |   Track: AI4Seva / Sports Authority of India (SAI)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34290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1. Grassroots Invisibility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Geographic Isolation: Talents in remote hill &amp; tribal regions (e.g. Manipur districts like Ukhrul, Churachandpur) lack physical scouting camps.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Prohibitive Costs: Rural families cannot afford travel &amp; lodging for distant state-level trials.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Delayed Identification: Potential champions discovered at ages 18-21 instead of peak developmental age (12-16).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3108960"/>
            <a:ext cx="34290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E65100"/>
                </a:solidFill>
              </a:defRPr>
            </a:pPr>
            <a:r>
              <a:t>2. Conventional Selection Gaps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Subjective Bias &amp; Nepotism: Scouting relies heavily on manual coach intuition and unstandardized visual impressions.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Fragmented Records: Paper forms (SAI Form K-01) and local club match data are lost across isolated federations.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No Longitudinal Tracking: Inability to monitor physiological progress, injury patterns, or developmental trajectories.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3108960"/>
            <a:ext cx="342900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3. AI4Seva Value Proposition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Ubiquitous Mobile Assessment: Any smartphone records standard fitness battery drills &amp; video kinematics.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Objective AI Talent Index: Calculates multi-factor scores, peer percentiles, and multi-sport suitability.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Unified National Khel ID: Standardized athlete registry feeding high-potential prospects directly to qualified SAI coaches.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TECHNICAL ARCHITECTURE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System Architecture &amp; Scouting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116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000" b="1">
                <a:solidFill>
                  <a:srgbClr val="E65100"/>
                </a:solidFill>
              </a:defRPr>
            </a:pPr>
            <a:r>
              <a:t>PHASE 1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Onboard &amp; ID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Athlete/School PE registration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Generate unique Khel ID (e.g. KHEL-IND-MN-2026-XXXX)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Aadhaar-linked profile &amp; district mapping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Upload birth cert &amp; club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463040"/>
            <a:ext cx="20116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PHASE 2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Dual Ingestion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Standard Fitness Battery (SAI Form K-01: Sprint, Jump, Beep Test, Wingspan)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Mobile Video Capture of physical exercise &amp; technique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Match records &amp; tournament stats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463040"/>
            <a:ext cx="20116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PHASE 3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AI Engine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MediaPipe Pose Kinematics: 33 3D skeletal landmarks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Calculates joint angles, cadence &amp; bilateral symmetry %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Multi-Metric Scoring Engine: Power, Speed, VO2 max, Flexibility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463040"/>
            <a:ext cx="20116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PHASE 4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Benchmarking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Composite Talent Index (0-100) &amp; Grade (A+, A, B, C)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Sport Suitability Matrix (Weightlifting, Boxing, Football, Archery)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AI Head-to-Head Comparative Scouting vs National Stars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463040"/>
            <a:ext cx="201168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PHASE 5</a:t>
            </a:r>
          </a:p>
          <a:p>
            <a:pPr>
              <a:spcBef>
                <a:spcPts val="300"/>
              </a:spcBef>
              <a:defRPr sz="1300" b="1">
                <a:solidFill>
                  <a:srgbClr val="0F172A"/>
                </a:solidFill>
              </a:defRPr>
            </a:pPr>
            <a:r>
              <a:t>Coach &amp; NCOE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Automated Coach Dossier &amp; Breakthrough alert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SAI/NIS Qualified Coach verification &amp; trial invitation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• Direct feeder into Khelo India (KITI) &amp; TOPS developmental pool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725912" cy="8229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CORE ARCHITECTURE: FastAPI Backend + MediaPipe Computer Vision + Google Gemini AI Coach + SQLite/PostgreSQL + React 19 Frontend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Fully decoupled micro-services architecture engineered for offline mobile caching in low-bandwidth hill areas and scalable government cloud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AI Methodology, Core Features &amp; Feasibility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1. Standard Battery of Tests (SAI Form K-01)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Physical Measurements: Height, Body Weight, Wingspan-to-Height Ape Index.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Explosive Power: Sargent Vertical Jump test (measured against age norms).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Speed &amp; Acceleration: Standard 30m sprint test with automated split analysis.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Cardiovascular Endurance: Multi-stage 20m Shuttle Run (Beep Test) for VO2 max estimation.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Flexibility: Standard Sit-and-Reach test for hamstring &amp; lower spine mobility.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463040"/>
            <a:ext cx="525780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2. Computer Vision Biomechanics &amp; Kinematics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MediaPipe Pose: Real-time 33-point skeletal landmark detection from smartphone camera.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Joint Angular Kinematics: Real-time angle calculation across knees, hips, and shoulders.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Bilateral Symmetry Scoring: Quantifies left-vs-right asymmetry (%) to detect imbalances.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Movement Quality &amp; Rep Cadence: Form score (0-100) ensuring verified exercise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77639"/>
            <a:ext cx="525780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Composite Talent Index &amp; Recommendation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Composite Talent Index Formula: Power (25%) + Speed (20%) + Endurance (20%) + Flexibility (15%) + Technique (20%).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Breakthrough Probability Engine: Identifies grassroots prodigies outperforming peer cohorts.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Sport Suitability Algorithm: Maps biometric traits to high-potential Olympic sports (Weightlifting, Boxing, Football, Archery, Wushu).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977639"/>
            <a:ext cx="525780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4. National Khel ID &amp; Verified Coach Pipeline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Single Source of Truth: Standardized Khel ID (KHEL-IND-MN-YYYY-XXXX) linked to NSIS.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Dronacharya / NIS Coach Verification: Qualified coaches review video, metrics, and trial history.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Automated Athlete Dossiers: One-click printable technical dossiers for scouting committees.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</a:defRPr>
            </a:pPr>
            <a:r>
              <a:t>• Head-to-Head Comparative Scouting: Direct physical delta benchmarking against national stars.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MARKET BENCHMARKING &amp; UNIQUENESS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Competitive Advantage &amp; Distinctive Uniqueness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59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651760"/>
                <a:gridCol w="2743200"/>
                <a:gridCol w="2770632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Conventional Scouting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Commercial Solutions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AI4Seva Portal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Cost per Athlete Assessed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₹2,500 - ₹5,000 (Travel, lodging, camp logistics)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₹15,000+ (Force plates, GPS vests, wearables)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5F46"/>
                          </a:solidFill>
                        </a:defRPr>
                      </a:pPr>
                      <a:r>
                        <a:t>Near Zero (Existing smartphone camera &amp; school field)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Geographical 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Confined to urban centers &amp; state capitals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Restricted to elite clubs &amp; private academies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5F46"/>
                          </a:solidFill>
                        </a:defRPr>
                      </a:pPr>
                      <a:r>
                        <a:t>Pan-India grassroots reach (remote hill &amp; tribal villages)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Scouting Objectivity &amp;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Subjective coach impressions; prone to nepotism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Data-rich but single-sport isolated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5F46"/>
                          </a:solidFill>
                        </a:defRPr>
                      </a:pPr>
                      <a:r>
                        <a:t>100% objective, normalized AI percentiles &amp; Khel ID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Talent Pathway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Disconnected paper records; lost across federations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Private proprietary data locked in walled gardens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5F46"/>
                          </a:solidFill>
                        </a:defRPr>
                      </a:pPr>
                      <a:r>
                        <a:t>Direct pipeline to SAI NCOEs, Khelo India (KITI) &amp; TOPS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16052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E65100"/>
                </a:solidFill>
              </a:defRPr>
            </a:pPr>
            <a:r>
              <a:t>1. Head-to-Head Comparative Scouting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• Direct benchmark delta of a 16-yr-old prospect against national champions (e.g. Paominthang vs Suresh Wangjam).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• Quantifies speed, vertical leap, and VO2 max gap with AI scout commentary.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416052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2. Multi-Sport Cross Suitability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• Prevents athlete misdirection by testing general athletic foundation.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• Automatically redirects an athlete with high explosive power from football to Olympic weightlifting or boxing.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416052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3. Anti-Fraud &amp; Verified SAI Pipeline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• Official Khel ID prevents age manipulation and duplicate registration.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• Two-stage verification with NIS coaches ensures transparent, tamper-proof merit.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SUSTAINABILITY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Business Model, Scalability &amp; Financial Sustainability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Business Model &amp; Sustainability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Institutional G2G / G2C SaaS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Direct operational integration with Ministry of Youth Affairs &amp; Sports (MYAS), Sports Authority of India (SAI), and Khelo India / NSTSS.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Public-Private-Partnership (PPP)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Collaborate with State Sports Directorates and national sports federations for annual platform maintenance &amp; verification logistics.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CSR Sports Foundation Alliances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Funding tie-ups with Reliance Foundation Youth Sports, JSW Sports, and Tata Trusts Olympic Training programs.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Open Standard Maintenance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Lightweight Python/FastAPI architecture with low server compute overhead, maintained by university &amp; sports institute developers.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9976" y="146304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Revenue Generation Model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B2B Private Academy Licensing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Tiered subscription for private academies, school sports leagues, ISL &amp; IPL development hubs for advanced kinematics &amp; scouting.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Tournament Scouting As-a-Service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Event-based licensing fee for district and state tournament organizers to automate talent identification and digital certification.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Talent Discovery Intelligence API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API access for national leagues and professional franchises seeking verified physical benchmark data on grassroots draft prospects.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Long-Term Cost Efficiency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Reduces SAI talent scout trial costs by over 80% while expanding scouting throughput 20-fold.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63040"/>
            <a:ext cx="3429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28600"/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Market Potential &amp; Scalability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Massive Addressable Base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Over 100M+ youth athletes in schools, colleges, and rural sports clubs across 700+ districts in India.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Pan-India Multi-State Expansion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Proven pilot in Manipur sports powerhouse expands readily to all 28 States and 8 Union Territories.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Cross-Department Utility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Directly adaptable for Indian Armed Forces, Central Armed Police Forces (CRPF, BSF), and State Police physical recruitment exams.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Pathway to Olympic Podiums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Creates India's unified grassroots sports registry feeding athletes into TOPS for Los Angeles 2028 and Brisbane 2032.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